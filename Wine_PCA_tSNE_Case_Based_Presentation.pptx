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vjoseangela@gmail.com" userId="add7a41a878b9197" providerId="LiveId" clId="{0B299420-DEB0-4B05-8BFE-C27FDA04993A}"/>
    <pc:docChg chg="custSel modSld">
      <pc:chgData name="pvjoseangela@gmail.com" userId="add7a41a878b9197" providerId="LiveId" clId="{0B299420-DEB0-4B05-8BFE-C27FDA04993A}" dt="2026-09-29T07:59:17.576" v="13" actId="478"/>
      <pc:docMkLst>
        <pc:docMk/>
      </pc:docMkLst>
      <pc:sldChg chg="delSp modSp mod">
        <pc:chgData name="pvjoseangela@gmail.com" userId="add7a41a878b9197" providerId="LiveId" clId="{0B299420-DEB0-4B05-8BFE-C27FDA04993A}" dt="2026-09-29T07:58:12.457" v="1" actId="478"/>
        <pc:sldMkLst>
          <pc:docMk/>
          <pc:sldMk cId="0" sldId="256"/>
        </pc:sldMkLst>
        <pc:spChg chg="del mod">
          <ac:chgData name="pvjoseangela@gmail.com" userId="add7a41a878b9197" providerId="LiveId" clId="{0B299420-DEB0-4B05-8BFE-C27FDA04993A}" dt="2026-09-29T07:58:12.457" v="1" actId="478"/>
          <ac:spMkLst>
            <pc:docMk/>
            <pc:sldMk cId="0" sldId="256"/>
            <ac:spMk id="19" creationId="{00000000-0000-0000-0000-000000000000}"/>
          </ac:spMkLst>
        </pc:spChg>
      </pc:sldChg>
      <pc:sldChg chg="delSp modSp mod">
        <pc:chgData name="pvjoseangela@gmail.com" userId="add7a41a878b9197" providerId="LiveId" clId="{0B299420-DEB0-4B05-8BFE-C27FDA04993A}" dt="2026-09-29T07:58:19.220" v="3" actId="478"/>
        <pc:sldMkLst>
          <pc:docMk/>
          <pc:sldMk cId="0" sldId="257"/>
        </pc:sldMkLst>
        <pc:spChg chg="del mod">
          <ac:chgData name="pvjoseangela@gmail.com" userId="add7a41a878b9197" providerId="LiveId" clId="{0B299420-DEB0-4B05-8BFE-C27FDA04993A}" dt="2026-09-29T07:58:19.220" v="3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">
        <pc:chgData name="pvjoseangela@gmail.com" userId="add7a41a878b9197" providerId="LiveId" clId="{0B299420-DEB0-4B05-8BFE-C27FDA04993A}" dt="2026-09-29T07:58:22.999" v="4" actId="478"/>
        <pc:sldMkLst>
          <pc:docMk/>
          <pc:sldMk cId="0" sldId="258"/>
        </pc:sldMkLst>
        <pc:spChg chg="del">
          <ac:chgData name="pvjoseangela@gmail.com" userId="add7a41a878b9197" providerId="LiveId" clId="{0B299420-DEB0-4B05-8BFE-C27FDA04993A}" dt="2026-09-29T07:58:22.999" v="4" actId="478"/>
          <ac:spMkLst>
            <pc:docMk/>
            <pc:sldMk cId="0" sldId="258"/>
            <ac:spMk id="4" creationId="{00000000-0000-0000-0000-000000000000}"/>
          </ac:spMkLst>
        </pc:spChg>
      </pc:sldChg>
      <pc:sldChg chg="delSp modSp mod">
        <pc:chgData name="pvjoseangela@gmail.com" userId="add7a41a878b9197" providerId="LiveId" clId="{0B299420-DEB0-4B05-8BFE-C27FDA04993A}" dt="2026-09-29T07:58:35.397" v="6" actId="478"/>
        <pc:sldMkLst>
          <pc:docMk/>
          <pc:sldMk cId="0" sldId="259"/>
        </pc:sldMkLst>
        <pc:spChg chg="del mod">
          <ac:chgData name="pvjoseangela@gmail.com" userId="add7a41a878b9197" providerId="LiveId" clId="{0B299420-DEB0-4B05-8BFE-C27FDA04993A}" dt="2026-09-29T07:58:35.397" v="6" actId="478"/>
          <ac:spMkLst>
            <pc:docMk/>
            <pc:sldMk cId="0" sldId="259"/>
            <ac:spMk id="4" creationId="{00000000-0000-0000-0000-000000000000}"/>
          </ac:spMkLst>
        </pc:spChg>
      </pc:sldChg>
      <pc:sldChg chg="delSp modSp mod">
        <pc:chgData name="pvjoseangela@gmail.com" userId="add7a41a878b9197" providerId="LiveId" clId="{0B299420-DEB0-4B05-8BFE-C27FDA04993A}" dt="2026-09-29T07:58:46.175" v="8" actId="478"/>
        <pc:sldMkLst>
          <pc:docMk/>
          <pc:sldMk cId="0" sldId="260"/>
        </pc:sldMkLst>
        <pc:spChg chg="del mod">
          <ac:chgData name="pvjoseangela@gmail.com" userId="add7a41a878b9197" providerId="LiveId" clId="{0B299420-DEB0-4B05-8BFE-C27FDA04993A}" dt="2026-09-29T07:58:46.175" v="8" actId="478"/>
          <ac:spMkLst>
            <pc:docMk/>
            <pc:sldMk cId="0" sldId="260"/>
            <ac:spMk id="4" creationId="{00000000-0000-0000-0000-000000000000}"/>
          </ac:spMkLst>
        </pc:spChg>
      </pc:sldChg>
      <pc:sldChg chg="delSp mod">
        <pc:chgData name="pvjoseangela@gmail.com" userId="add7a41a878b9197" providerId="LiveId" clId="{0B299420-DEB0-4B05-8BFE-C27FDA04993A}" dt="2026-09-29T07:58:55.215" v="9" actId="478"/>
        <pc:sldMkLst>
          <pc:docMk/>
          <pc:sldMk cId="0" sldId="261"/>
        </pc:sldMkLst>
        <pc:spChg chg="del">
          <ac:chgData name="pvjoseangela@gmail.com" userId="add7a41a878b9197" providerId="LiveId" clId="{0B299420-DEB0-4B05-8BFE-C27FDA04993A}" dt="2026-09-29T07:58:55.215" v="9" actId="478"/>
          <ac:spMkLst>
            <pc:docMk/>
            <pc:sldMk cId="0" sldId="261"/>
            <ac:spMk id="4" creationId="{00000000-0000-0000-0000-000000000000}"/>
          </ac:spMkLst>
        </pc:spChg>
      </pc:sldChg>
      <pc:sldChg chg="delSp modSp mod">
        <pc:chgData name="pvjoseangela@gmail.com" userId="add7a41a878b9197" providerId="LiveId" clId="{0B299420-DEB0-4B05-8BFE-C27FDA04993A}" dt="2026-09-29T07:59:05.839" v="12" actId="478"/>
        <pc:sldMkLst>
          <pc:docMk/>
          <pc:sldMk cId="0" sldId="262"/>
        </pc:sldMkLst>
        <pc:spChg chg="del mod">
          <ac:chgData name="pvjoseangela@gmail.com" userId="add7a41a878b9197" providerId="LiveId" clId="{0B299420-DEB0-4B05-8BFE-C27FDA04993A}" dt="2026-09-29T07:59:05.839" v="12" actId="478"/>
          <ac:spMkLst>
            <pc:docMk/>
            <pc:sldMk cId="0" sldId="262"/>
            <ac:spMk id="4" creationId="{00000000-0000-0000-0000-000000000000}"/>
          </ac:spMkLst>
        </pc:spChg>
      </pc:sldChg>
      <pc:sldChg chg="delSp mod">
        <pc:chgData name="pvjoseangela@gmail.com" userId="add7a41a878b9197" providerId="LiveId" clId="{0B299420-DEB0-4B05-8BFE-C27FDA04993A}" dt="2026-09-29T07:58:59.091" v="10" actId="478"/>
        <pc:sldMkLst>
          <pc:docMk/>
          <pc:sldMk cId="0" sldId="263"/>
        </pc:sldMkLst>
        <pc:spChg chg="del">
          <ac:chgData name="pvjoseangela@gmail.com" userId="add7a41a878b9197" providerId="LiveId" clId="{0B299420-DEB0-4B05-8BFE-C27FDA04993A}" dt="2026-09-29T07:58:59.091" v="10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">
        <pc:chgData name="pvjoseangela@gmail.com" userId="add7a41a878b9197" providerId="LiveId" clId="{0B299420-DEB0-4B05-8BFE-C27FDA04993A}" dt="2026-09-29T07:59:17.576" v="13" actId="478"/>
        <pc:sldMkLst>
          <pc:docMk/>
          <pc:sldMk cId="0" sldId="264"/>
        </pc:sldMkLst>
        <pc:spChg chg="del">
          <ac:chgData name="pvjoseangela@gmail.com" userId="add7a41a878b9197" providerId="LiveId" clId="{0B299420-DEB0-4B05-8BFE-C27FDA04993A}" dt="2026-09-29T07:59:17.576" v="13" actId="478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ptos"/>
              </a:defRPr>
            </a:pPr>
            <a:r>
              <a:t>PowerPoint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7498079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3100" b="1">
                <a:solidFill>
                  <a:srgbClr val="1F4E79"/>
                </a:solidFill>
                <a:latin typeface="Aptos"/>
              </a:defRPr>
            </a:pPr>
            <a:r>
              <a:t>Wine Feature-Space Visualization</a:t>
            </a:r>
            <a:br/>
            <a:r>
              <a:t>using PCA &amp; t-SNE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88920"/>
            <a:ext cx="80467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Aptos"/>
              </a:defRPr>
            </a:pPr>
            <a:r>
              <a:t>Case-Based Scenario • EDA • Algorithm Demonstration &amp;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34440"/>
            <a:ext cx="288036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58200" y="1234440"/>
            <a:ext cx="73152" cy="10515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59368" y="1362456"/>
            <a:ext cx="25603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PCA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9368" y="1801368"/>
            <a:ext cx="253288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Linear dimensionality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560320"/>
            <a:ext cx="288036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2560320"/>
            <a:ext cx="731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9368" y="2688336"/>
            <a:ext cx="25603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t-SNE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8" y="3127248"/>
            <a:ext cx="253288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Non-linear visualization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886200"/>
            <a:ext cx="288036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58200" y="3886200"/>
            <a:ext cx="73152" cy="10515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9368" y="4014215"/>
            <a:ext cx="25603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4453128"/>
            <a:ext cx="253288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Explore wine features &amp;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57800"/>
            <a:ext cx="320040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300" b="1">
                <a:solidFill>
                  <a:srgbClr val="2D2D2D"/>
                </a:solidFill>
                <a:latin typeface="Aptos"/>
              </a:defRPr>
            </a:pPr>
            <a:r>
              <a:t>BY:</a:t>
            </a:r>
            <a:br/>
            <a:r>
              <a:t>2520030365 - ANGELA</a:t>
            </a:r>
            <a:br/>
            <a:r>
              <a:t>2520030371 - HAVISHAA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Aptos"/>
              </a:defRPr>
            </a:pPr>
            <a:r>
              <a:t>Wine datasets describe each wine through many physicochemical attributes at once. Analyzing them together is difficult because the data is high-dimensional.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657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SELECTED WINE ATTRIBUTES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73152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45973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Fixed Acidity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331720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08960" y="2331720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0128" y="245973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Volatile Acidity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2331720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32120" y="233172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3288" y="245973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Citric Acid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331720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79" y="2331720"/>
            <a:ext cx="73152" cy="4572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245973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Residual Sugar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79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926079"/>
            <a:ext cx="73152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05409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Density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2926079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08960" y="2926079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10128" y="305409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Sulphates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2926079"/>
            <a:ext cx="2148840" cy="4572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532120" y="2926079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33288" y="3054096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Alcohol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611880"/>
            <a:ext cx="6400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Aptos"/>
              </a:defRPr>
            </a:pPr>
            <a:r>
              <a:t>11 physicochemical features per wine  →  hard to inspect together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160520"/>
            <a:ext cx="5943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Tables &amp; individual comparisons may not reveal: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461772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636007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599432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Similar wine profiles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92040"/>
            <a:ext cx="43891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4" name="Oval 33"/>
          <p:cNvSpPr/>
          <p:nvPr/>
        </p:nvSpPr>
        <p:spPr>
          <a:xfrm>
            <a:off x="731520" y="521208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23036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193792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Groups of wines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5486400"/>
            <a:ext cx="43891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8" name="Oval 37"/>
          <p:cNvSpPr/>
          <p:nvPr/>
        </p:nvSpPr>
        <p:spPr>
          <a:xfrm>
            <a:off x="6126480" y="461772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4636007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4599432"/>
            <a:ext cx="45720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Relationships between chemical attributes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4892040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42" name="Oval 41"/>
          <p:cNvSpPr/>
          <p:nvPr/>
        </p:nvSpPr>
        <p:spPr>
          <a:xfrm>
            <a:off x="6126480" y="521208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0" y="523036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5193792"/>
            <a:ext cx="45720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Hidden patterns in the dataset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5486400"/>
            <a:ext cx="4572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646464"/>
                </a:solidFill>
                <a:latin typeface="Aptos"/>
              </a:defRPr>
            </a:pPr>
            <a:r>
              <a:t>The need: a Machine Learning-based approach that reduces dimensionality and gives an effective visual representation. Our project uses PCA and t-SNE to transform multiple wine attributes into 2D representations.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2. Case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3200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73152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179576"/>
            <a:ext cx="2880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Wine Quality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18488"/>
            <a:ext cx="285292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Working with physicochemical wine data and looking for patterns in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51560"/>
            <a:ext cx="3200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051560"/>
            <a:ext cx="73152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179576"/>
            <a:ext cx="2880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WineQT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618488"/>
            <a:ext cx="285292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Approximately 1,147 wine samples and 13 columns.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051560"/>
            <a:ext cx="32004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1051560"/>
            <a:ext cx="73152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9288" y="1179576"/>
            <a:ext cx="2880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Quality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1618488"/>
            <a:ext cx="2852928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Wine quality score ranging from 0–10.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14600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INPUT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80360"/>
            <a:ext cx="502920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Aptos"/>
              </a:defRPr>
            </a:pPr>
            <a:r>
              <a:t>Acidity  ·  Sugar  ·  Density  ·  Sulphates  ·  Alcohol</a:t>
            </a:r>
            <a:br/>
            <a:r>
              <a:t>and other physicochemical properties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68880"/>
            <a:ext cx="47548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2468880"/>
            <a:ext cx="73152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2596896"/>
            <a:ext cx="44348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035808"/>
            <a:ext cx="4407408" cy="5760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Manually comparing multiple chemical attributes across more than a thousand wines is difficult and time-consuming.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886200"/>
            <a:ext cx="47548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3886200"/>
            <a:ext cx="73152" cy="12344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4014215"/>
            <a:ext cx="44348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453128"/>
            <a:ext cx="4407408" cy="5760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A simple table-based comparison does not provide an easy way to visualize relationships and similarity.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77639"/>
            <a:ext cx="43891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The analyst needs to answer: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34840"/>
            <a:ext cx="512064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000" b="1">
                <a:solidFill>
                  <a:srgbClr val="4472C4"/>
                </a:solidFill>
                <a:latin typeface="Aptos"/>
              </a:defRPr>
            </a:pPr>
            <a:r>
              <a:t>“Which wines have similar physicochemical profiles, and what patterns exist among the wines?”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06440"/>
            <a:ext cx="50292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646464"/>
                </a:solidFill>
                <a:latin typeface="Aptos"/>
              </a:defRPr>
            </a:pPr>
            <a:r>
              <a:rPr dirty="0"/>
              <a:t>Dataset source: Kaggle – WineQT.csv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3.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69848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Aptos"/>
              </a:defRPr>
            </a:pPr>
            <a:r>
              <a:t>“Wine Feature-Space Visualization Using PCA and t-SNE” applies dimensionality reduction to address the problem.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73736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71907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11679"/>
            <a:ext cx="9966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r>
              <a:t>Check missing values, duplicates and unnecessary columns.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06040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62432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58775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Feature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880360"/>
            <a:ext cx="9966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r>
              <a:t>Use the 11 physicochemical attributes and keep quality as the target.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49300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5643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Standardization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749039"/>
            <a:ext cx="9966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r>
              <a:t>Scale the selected numerical features using StandardScaler.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343400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6168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32511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Dimensionality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617720"/>
            <a:ext cx="9966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r>
              <a:t>Apply PCA (linear) and t-SNE (non-linear).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21208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23036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19379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486400"/>
            <a:ext cx="99669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r>
              <a:t>Show the reduced data using 2D scatter plots to explore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4. Practical Implementation – Dataset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5156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Aptos"/>
              </a:defRPr>
            </a:pPr>
            <a:r>
              <a:t>Exploratory Data Analysis is performed before dimensionality reduction to understand the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0515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6537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≈ 1,147 rows × 13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37360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737360"/>
            <a:ext cx="73152" cy="10515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7" y="186537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230428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Check null values in all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39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063239"/>
            <a:ext cx="73152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19125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Quality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3016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Most wines are rated around 5–6; extreme scores are less frequent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063239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063239"/>
            <a:ext cx="731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7" y="319125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Feature Distributions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363016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Histograms reveal spread and possible outliers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73152" cy="10515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51713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Correlation Heatmap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95604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Shows relationships among physicochemical properties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389120"/>
            <a:ext cx="52120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4389120"/>
            <a:ext cx="73152" cy="10515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7" y="4517136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Outlier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4956048"/>
            <a:ext cx="486460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Boxplots identify unusual feature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5156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Key insight: EDA helps identify feature relationships and prepares the data for PCA and t-SNE.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5. Algorithm Demonstration &amp;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52578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73152" cy="10515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088136"/>
            <a:ext cx="4937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PCA – 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527048"/>
            <a:ext cx="491032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Transforms correlated features into principal components that retain maximum variance.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960120"/>
            <a:ext cx="52578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960120"/>
            <a:ext cx="73152" cy="10515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088136"/>
            <a:ext cx="4937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t-SNE – Non-linear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527048"/>
            <a:ext cx="4910328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Maps high-dimensional samples into 2D while preserving local similarity relationships.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2286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PCA STEPS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8892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0720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770632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Load WineQT.csv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063239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331927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300984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Drop Id and separate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93591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3849624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867911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831336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Standardize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123944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4379975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398263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361688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Compute principal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654295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0" name="Oval 29"/>
          <p:cNvSpPr/>
          <p:nvPr/>
        </p:nvSpPr>
        <p:spPr>
          <a:xfrm>
            <a:off x="731520" y="4910327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928615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892040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Transform into 2D and visualize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184647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2423160"/>
            <a:ext cx="2286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t-SNE STEPS</a:t>
            </a:r>
          </a:p>
        </p:txBody>
      </p:sp>
      <p:sp>
        <p:nvSpPr>
          <p:cNvPr id="35" name="Oval 34"/>
          <p:cNvSpPr/>
          <p:nvPr/>
        </p:nvSpPr>
        <p:spPr>
          <a:xfrm>
            <a:off x="6263640" y="2788920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280720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2770632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Load and preprocess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063239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9" name="Oval 38"/>
          <p:cNvSpPr/>
          <p:nvPr/>
        </p:nvSpPr>
        <p:spPr>
          <a:xfrm>
            <a:off x="6263640" y="3319272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3337560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3300984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Standardize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593591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43" name="Oval 42"/>
          <p:cNvSpPr/>
          <p:nvPr/>
        </p:nvSpPr>
        <p:spPr>
          <a:xfrm>
            <a:off x="6263640" y="3849624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867911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3831336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Initialize t-SNE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4123944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47" name="Oval 46"/>
          <p:cNvSpPr/>
          <p:nvPr/>
        </p:nvSpPr>
        <p:spPr>
          <a:xfrm>
            <a:off x="6263640" y="4379975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4398263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4361688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Map samples to 2D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568" y="4654295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51" name="Oval 50"/>
          <p:cNvSpPr/>
          <p:nvPr/>
        </p:nvSpPr>
        <p:spPr>
          <a:xfrm>
            <a:off x="6263640" y="4910327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4928615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4892040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Visualize similarity patterns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5184647"/>
            <a:ext cx="43891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Aptos"/>
              </a:defRPr>
            </a:pPr>
            <a:r>
              <a:t>Implementation tools: Python • Pandas • Matplotlib • Seaborn • Scikit-learn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6. Final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73152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54533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WineQT.csv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41732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60320" y="1417320"/>
            <a:ext cx="73152" cy="8229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61488" y="154533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41732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1417320"/>
            <a:ext cx="73152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154533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41732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1417320"/>
            <a:ext cx="73152" cy="822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6288" y="154533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Scaling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41732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32520" y="1417320"/>
            <a:ext cx="73152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33688" y="154533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PCA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06324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54480" y="3063240"/>
            <a:ext cx="73152" cy="8229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55648" y="319125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t-SNE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06324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0" y="3063240"/>
            <a:ext cx="73152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58768" y="319125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2D PCA Plot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3063240"/>
            <a:ext cx="173736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89320" y="3063240"/>
            <a:ext cx="73152" cy="822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0488" y="3191256"/>
            <a:ext cx="14173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2D t-SNE Plot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063240"/>
            <a:ext cx="228600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12480" y="3063240"/>
            <a:ext cx="73152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13648" y="3191256"/>
            <a:ext cx="19659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1005840"/>
            <a:ext cx="1097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4646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1005840"/>
            <a:ext cx="12801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46464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005840"/>
            <a:ext cx="2743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46464"/>
                </a:solidFill>
                <a:latin typeface="Aptos"/>
              </a:defRPr>
            </a:pPr>
            <a:r>
              <a:t>Dimensionality Reduction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251960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46464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00600"/>
            <a:ext cx="1828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  <a:latin typeface="Aptos"/>
              </a:defRPr>
            </a:pPr>
            <a:r>
              <a:t>In short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709160"/>
            <a:ext cx="9144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Aptos"/>
              </a:defRPr>
            </a:pPr>
            <a:r>
              <a:t>11D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4709160"/>
            <a:ext cx="548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709160"/>
            <a:ext cx="9144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400" b="1">
                <a:solidFill>
                  <a:srgbClr val="7030A0"/>
                </a:solidFill>
                <a:latin typeface="Aptos"/>
              </a:defRPr>
            </a:pPr>
            <a:r>
              <a:t>2D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617720"/>
            <a:ext cx="630936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Aptos"/>
              </a:defRPr>
            </a:pPr>
            <a:r>
              <a:t>The system converts the original multi-dimensional wine feature space into 2D visual representations using PCA and t-SNE.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486400"/>
            <a:ext cx="24688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4472C4"/>
                </a:solidFill>
                <a:latin typeface="Aptos"/>
              </a:defRPr>
            </a:pPr>
            <a:r>
              <a:t>PCA  →  Linear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486400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7030A0"/>
                </a:solidFill>
                <a:latin typeface="Aptos"/>
              </a:defRPr>
            </a:pPr>
            <a:r>
              <a:t>t-SNE  →  Non-linear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7. Expected Result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00584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98755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Perform EDA on the WineQT dataset and understand its distributions and correlations.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280160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664208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645920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Reduce the dimensionality of the wine feature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938528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2322576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340864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304288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Represent multiple physicochemical attributes in 2D visualizations.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596896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2980944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999232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2962656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Identify wines with similar attribute profiles.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255264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3639312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657600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621024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Reveal groups and patterns using PCA and t-SNE.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913632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7240" y="4297679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315967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279392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Compare the global representation from PCA with the non-linear representation from t-SNE.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4571999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29" name="Oval 28"/>
          <p:cNvSpPr/>
          <p:nvPr/>
        </p:nvSpPr>
        <p:spPr>
          <a:xfrm>
            <a:off x="777240" y="4956048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974336"/>
            <a:ext cx="438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937760"/>
            <a:ext cx="99669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Make multidimensional wine data easier to visually explore and analyze.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5230368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50" b="0">
                <a:solidFill>
                  <a:srgbClr val="2D2D2D"/>
                </a:solidFill>
                <a:latin typeface="Aptos"/>
              </a:defRPr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50" b="1">
                <a:solidFill>
                  <a:srgbClr val="1F4E79"/>
                </a:solidFill>
                <a:latin typeface="Aptos"/>
              </a:defRPr>
            </a:pPr>
            <a:r>
              <a:t>The project provides a simplified 2D visual representation of wine physicochemical attributes, helping analysts explore similarities, groups and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  <a:latin typeface="Aptos Display"/>
              </a:defRPr>
            </a:pPr>
            <a:r>
              <a:t>8. 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52120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3152" cy="1828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225295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64207"/>
            <a:ext cx="4864608" cy="1170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EDA provides an understanding of the wine dataset. PCA reduces dimensionality by preserving major variance, while t-SNE provides a non-linear visualization of local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2120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73152" cy="18288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225295"/>
            <a:ext cx="48920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664207"/>
            <a:ext cx="4864608" cy="1170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50" b="0">
                <a:solidFill>
                  <a:srgbClr val="2D2D2D"/>
                </a:solidFill>
                <a:latin typeface="Aptos"/>
              </a:defRPr>
            </a:pPr>
            <a:r>
              <a:t>The combined approach makes complex wine-quality data easier to visualize and supports pattern discovery before predictive modelling.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22860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10515600" cy="1645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Apply K-Means clustering to identify natural groups of wines.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Use Random Forest feature importance to identify influential chemical properties.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Handle imbalance in wine quality classes.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Add interactive Plotly visualizations.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806440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789</Words>
  <Application>Microsoft Office PowerPoint</Application>
  <PresentationFormat>Widescreen</PresentationFormat>
  <Paragraphs>155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pvjoseangela@gmail.com</cp:lastModifiedBy>
  <cp:revision>1</cp:revision>
  <dcterms:created xsi:type="dcterms:W3CDTF">2013-01-27T09:14:16Z</dcterms:created>
  <dcterms:modified xsi:type="dcterms:W3CDTF">2026-09-29T07:59:20Z</dcterms:modified>
  <cp:category/>
</cp:coreProperties>
</file>